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9" r:id="rId8"/>
    <p:sldId id="2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45C312-CE5E-43E9-89F6-DE08B44018CA}" v="4" dt="2026-07-28T10:54:33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NES QUEEN" userId="6e227e7bc4b1c6a9" providerId="LiveId" clId="{71273B5F-A7DC-4FC2-A9ED-D80CEEC19AEF}"/>
    <pc:docChg chg="custSel modSld sldOrd">
      <pc:chgData name="AGNES QUEEN" userId="6e227e7bc4b1c6a9" providerId="LiveId" clId="{71273B5F-A7DC-4FC2-A9ED-D80CEEC19AEF}" dt="2026-07-28T10:55:07.266" v="63" actId="1076"/>
      <pc:docMkLst>
        <pc:docMk/>
      </pc:docMkLst>
      <pc:sldChg chg="modSp mod">
        <pc:chgData name="AGNES QUEEN" userId="6e227e7bc4b1c6a9" providerId="LiveId" clId="{71273B5F-A7DC-4FC2-A9ED-D80CEEC19AEF}" dt="2026-07-28T10:55:07.266" v="63" actId="1076"/>
        <pc:sldMkLst>
          <pc:docMk/>
          <pc:sldMk cId="3874013885" sldId="256"/>
        </pc:sldMkLst>
        <pc:spChg chg="mod">
          <ac:chgData name="AGNES QUEEN" userId="6e227e7bc4b1c6a9" providerId="LiveId" clId="{71273B5F-A7DC-4FC2-A9ED-D80CEEC19AEF}" dt="2026-07-28T10:55:07.266" v="63" actId="1076"/>
          <ac:spMkLst>
            <pc:docMk/>
            <pc:sldMk cId="3874013885" sldId="256"/>
            <ac:spMk id="2" creationId="{00000000-0000-0000-0000-000000000000}"/>
          </ac:spMkLst>
        </pc:spChg>
      </pc:sldChg>
      <pc:sldChg chg="addSp modSp mod">
        <pc:chgData name="AGNES QUEEN" userId="6e227e7bc4b1c6a9" providerId="LiveId" clId="{71273B5F-A7DC-4FC2-A9ED-D80CEEC19AEF}" dt="2026-07-28T10:53:32.869" v="46" actId="1076"/>
        <pc:sldMkLst>
          <pc:docMk/>
          <pc:sldMk cId="882841594" sldId="260"/>
        </pc:sldMkLst>
        <pc:spChg chg="mod">
          <ac:chgData name="AGNES QUEEN" userId="6e227e7bc4b1c6a9" providerId="LiveId" clId="{71273B5F-A7DC-4FC2-A9ED-D80CEEC19AEF}" dt="2026-07-28T10:53:22.519" v="42" actId="27636"/>
          <ac:spMkLst>
            <pc:docMk/>
            <pc:sldMk cId="882841594" sldId="260"/>
            <ac:spMk id="3" creationId="{00000000-0000-0000-0000-000000000000}"/>
          </ac:spMkLst>
        </pc:spChg>
        <pc:picChg chg="add mod">
          <ac:chgData name="AGNES QUEEN" userId="6e227e7bc4b1c6a9" providerId="LiveId" clId="{71273B5F-A7DC-4FC2-A9ED-D80CEEC19AEF}" dt="2026-07-28T10:53:32.869" v="46" actId="1076"/>
          <ac:picMkLst>
            <pc:docMk/>
            <pc:sldMk cId="882841594" sldId="260"/>
            <ac:picMk id="7" creationId="{8240A3D4-B64C-7DE0-3EC8-C12027AA72AE}"/>
          </ac:picMkLst>
        </pc:picChg>
      </pc:sldChg>
      <pc:sldChg chg="modSp mod">
        <pc:chgData name="AGNES QUEEN" userId="6e227e7bc4b1c6a9" providerId="LiveId" clId="{71273B5F-A7DC-4FC2-A9ED-D80CEEC19AEF}" dt="2026-07-28T09:25:50.245" v="26" actId="20577"/>
        <pc:sldMkLst>
          <pc:docMk/>
          <pc:sldMk cId="1664534084" sldId="266"/>
        </pc:sldMkLst>
        <pc:spChg chg="mod">
          <ac:chgData name="AGNES QUEEN" userId="6e227e7bc4b1c6a9" providerId="LiveId" clId="{71273B5F-A7DC-4FC2-A9ED-D80CEEC19AEF}" dt="2026-07-28T09:25:20.367" v="14"/>
          <ac:spMkLst>
            <pc:docMk/>
            <pc:sldMk cId="1664534084" sldId="266"/>
            <ac:spMk id="2" creationId="{00000000-0000-0000-0000-000000000000}"/>
          </ac:spMkLst>
        </pc:spChg>
        <pc:spChg chg="mod">
          <ac:chgData name="AGNES QUEEN" userId="6e227e7bc4b1c6a9" providerId="LiveId" clId="{71273B5F-A7DC-4FC2-A9ED-D80CEEC19AEF}" dt="2026-07-28T09:25:50.245" v="26" actId="20577"/>
          <ac:spMkLst>
            <pc:docMk/>
            <pc:sldMk cId="1664534084" sldId="266"/>
            <ac:spMk id="3" creationId="{00000000-0000-0000-0000-000000000000}"/>
          </ac:spMkLst>
        </pc:spChg>
      </pc:sldChg>
      <pc:sldChg chg="modSp mod ord">
        <pc:chgData name="AGNES QUEEN" userId="6e227e7bc4b1c6a9" providerId="LiveId" clId="{71273B5F-A7DC-4FC2-A9ED-D80CEEC19AEF}" dt="2026-07-28T10:53:41.882" v="48"/>
        <pc:sldMkLst>
          <pc:docMk/>
          <pc:sldMk cId="1501315661" sldId="269"/>
        </pc:sldMkLst>
        <pc:spChg chg="mod">
          <ac:chgData name="AGNES QUEEN" userId="6e227e7bc4b1c6a9" providerId="LiveId" clId="{71273B5F-A7DC-4FC2-A9ED-D80CEEC19AEF}" dt="2026-07-28T09:26:20.876" v="35" actId="20577"/>
          <ac:spMkLst>
            <pc:docMk/>
            <pc:sldMk cId="1501315661" sldId="26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1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249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053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548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643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336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287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333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800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019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651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B1ACC-DD55-4F85-A26E-9D565FCE1EA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971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297" y="2669894"/>
            <a:ext cx="9144000" cy="2433624"/>
          </a:xfrm>
        </p:spPr>
        <p:txBody>
          <a:bodyPr>
            <a:normAutofit fontScale="90000"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Tag Syntax Checker Using Stack ADT</a:t>
            </a:r>
            <a:b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/>
              <a:t>CSA0301-Data Structures</a:t>
            </a:r>
            <a:br>
              <a:rPr lang="en-IN" dirty="0"/>
            </a:b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22080" y="5267234"/>
            <a:ext cx="3840480" cy="2070464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Presented by	</a:t>
            </a:r>
          </a:p>
          <a:p>
            <a:pPr algn="l"/>
            <a:r>
              <a:rPr lang="en-GB" dirty="0"/>
              <a:t>Steffi I (192524480)</a:t>
            </a:r>
          </a:p>
          <a:p>
            <a:pPr algn="l"/>
            <a:endParaRPr lang="en-IN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84312" y="5267234"/>
            <a:ext cx="3840480" cy="2070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/>
              <a:t>Guided by	</a:t>
            </a:r>
          </a:p>
          <a:p>
            <a:pPr algn="l"/>
            <a:r>
              <a:rPr lang="en-GB" dirty="0"/>
              <a:t>Dr.</a:t>
            </a:r>
            <a:r>
              <a:rPr lang="en-IN" dirty="0"/>
              <a:t> VIGNESH JANARTHANAN J</a:t>
            </a:r>
          </a:p>
        </p:txBody>
      </p:sp>
      <p:pic>
        <p:nvPicPr>
          <p:cNvPr id="1026" name="Picture 2" descr="SIMATS ENGINEERING —BIOTECHNOLOG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20" y="277292"/>
            <a:ext cx="11480759" cy="1477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4013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ABSTRACT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HTML documents must have properly matched opening and closing tags. </a:t>
            </a:r>
          </a:p>
          <a:p>
            <a:r>
              <a:rPr lang="en-IN" dirty="0"/>
              <a:t>A syntax checker ensures correctness of tag structure. </a:t>
            </a:r>
          </a:p>
          <a:p>
            <a:r>
              <a:rPr lang="en-IN" dirty="0"/>
              <a:t>This project uses an </a:t>
            </a:r>
            <a:r>
              <a:rPr lang="en-IN" b="1" dirty="0"/>
              <a:t>Abstract Data Type (ADT)</a:t>
            </a:r>
            <a:r>
              <a:rPr lang="en-IN" dirty="0"/>
              <a:t> to validate HTML tags. </a:t>
            </a:r>
          </a:p>
          <a:p>
            <a:r>
              <a:rPr lang="en-IN" dirty="0"/>
              <a:t>The </a:t>
            </a:r>
            <a:r>
              <a:rPr lang="en-IN" b="1" dirty="0"/>
              <a:t>Stack ADT</a:t>
            </a:r>
            <a:r>
              <a:rPr lang="en-IN" dirty="0"/>
              <a:t> is most suitable for this problem. </a:t>
            </a:r>
          </a:p>
          <a:p>
            <a:r>
              <a:rPr lang="en-IN" dirty="0"/>
              <a:t>It improves efficiency and accuracy in detecting errors. </a:t>
            </a:r>
          </a:p>
          <a:p>
            <a:endParaRPr lang="en-IN" dirty="0"/>
          </a:p>
        </p:txBody>
      </p:sp>
      <p:pic>
        <p:nvPicPr>
          <p:cNvPr id="2050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-3996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785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INTRODUCTION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HTML uses tags like &lt;html&gt;, &lt;body&gt;, &lt;p&gt; etc. </a:t>
            </a:r>
          </a:p>
          <a:p>
            <a:r>
              <a:rPr lang="en-IN" dirty="0"/>
              <a:t>Each opening tag must have a corresponding closing tag. </a:t>
            </a:r>
          </a:p>
          <a:p>
            <a:r>
              <a:rPr lang="en-IN" dirty="0"/>
              <a:t>Incorrect nesting leads to webpage errors. </a:t>
            </a:r>
          </a:p>
          <a:p>
            <a:r>
              <a:rPr lang="en-IN" dirty="0"/>
              <a:t>Syntax checking is important for web development. </a:t>
            </a:r>
          </a:p>
          <a:p>
            <a:r>
              <a:rPr lang="en-IN" dirty="0"/>
              <a:t>Data structures help automate this validation process. </a:t>
            </a:r>
          </a:p>
          <a:p>
            <a:endParaRPr lang="en-IN" dirty="0"/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611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an HTML file, check whether all tags are properly matched. </a:t>
            </a:r>
          </a:p>
          <a:p>
            <a:r>
              <a:rPr lang="en-IN" dirty="0"/>
              <a:t>Detect missing, extra, or wrongly nested tags. </a:t>
            </a:r>
          </a:p>
          <a:p>
            <a:r>
              <a:rPr lang="en-IN" dirty="0"/>
              <a:t>Ensure correct opening and closing order. </a:t>
            </a:r>
          </a:p>
          <a:p>
            <a:r>
              <a:rPr lang="en-IN" dirty="0"/>
              <a:t>Provide error indication if mismatch occurs. </a:t>
            </a:r>
          </a:p>
          <a:p>
            <a:r>
              <a:rPr lang="en-IN" dirty="0"/>
              <a:t>Handle multiple nested tags efficiently. </a:t>
            </a:r>
          </a:p>
          <a:p>
            <a:endParaRPr lang="en-IN" dirty="0"/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4018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PROPOSED SOLUTION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833188" cy="4351338"/>
          </a:xfrm>
        </p:spPr>
        <p:txBody>
          <a:bodyPr>
            <a:normAutofit lnSpcReduction="10000"/>
          </a:bodyPr>
          <a:lstStyle/>
          <a:p>
            <a:r>
              <a:rPr lang="en-IN" dirty="0"/>
              <a:t>Use a </a:t>
            </a:r>
            <a:r>
              <a:rPr lang="en-IN" b="1" dirty="0"/>
              <a:t>Stack (LIFO – Last In First Out)</a:t>
            </a:r>
            <a:r>
              <a:rPr lang="en-IN" dirty="0"/>
              <a:t>. </a:t>
            </a:r>
          </a:p>
          <a:p>
            <a:r>
              <a:rPr lang="en-IN" dirty="0"/>
              <a:t>Push all opening tags into the stack. </a:t>
            </a:r>
          </a:p>
          <a:p>
            <a:r>
              <a:rPr lang="en-IN" dirty="0"/>
              <a:t>When a closing tag appears, pop from stack. </a:t>
            </a:r>
          </a:p>
          <a:p>
            <a:r>
              <a:rPr lang="en-IN" dirty="0"/>
              <a:t>Compare popped tag with closing tag. </a:t>
            </a:r>
          </a:p>
          <a:p>
            <a:r>
              <a:rPr lang="en-IN" dirty="0"/>
              <a:t>If mismatch or stack is empty → error. </a:t>
            </a:r>
          </a:p>
          <a:p>
            <a:r>
              <a:rPr lang="en-IN" dirty="0"/>
              <a:t>If stack is empty at end → valid HTML.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40A3D4-B64C-7DE0-3EC8-C12027AA7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130" y="2486607"/>
            <a:ext cx="5352749" cy="338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841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RESULTS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Correctly identifies matched HTML tags. </a:t>
            </a:r>
          </a:p>
          <a:p>
            <a:r>
              <a:rPr lang="en-IN" dirty="0"/>
              <a:t>Detects missing or extra tags easily.</a:t>
            </a:r>
          </a:p>
          <a:p>
            <a:r>
              <a:rPr lang="en-IN" dirty="0"/>
              <a:t> Works efficiently for nested structures. </a:t>
            </a:r>
          </a:p>
          <a:p>
            <a:r>
              <a:rPr lang="en-IN" dirty="0"/>
              <a:t>Time complexity is </a:t>
            </a:r>
            <a:r>
              <a:rPr lang="en-IN" b="1" dirty="0"/>
              <a:t>O(n)</a:t>
            </a:r>
            <a:r>
              <a:rPr lang="en-IN" dirty="0"/>
              <a:t> (linear scan).</a:t>
            </a:r>
          </a:p>
          <a:p>
            <a:r>
              <a:rPr lang="en-IN" dirty="0"/>
              <a:t> Provides reliable syntax validation.</a:t>
            </a: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4534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Conclusion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Stack ADT is ideal for syntax checking problems.</a:t>
            </a:r>
          </a:p>
          <a:p>
            <a:r>
              <a:rPr lang="en-IN" dirty="0"/>
              <a:t>It handles nested structures naturally.</a:t>
            </a:r>
          </a:p>
          <a:p>
            <a:r>
              <a:rPr lang="en-IN" dirty="0"/>
              <a:t>Ensures efficient and simple implementation.</a:t>
            </a:r>
          </a:p>
          <a:p>
            <a:r>
              <a:rPr lang="en-IN" dirty="0"/>
              <a:t>Reduces manual checking errors.</a:t>
            </a:r>
          </a:p>
          <a:p>
            <a:r>
              <a:rPr lang="en-IN" dirty="0"/>
              <a:t>Widely used in compilers and web validators.</a:t>
            </a: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1315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ank You Vectors - Download Free High-Quality Vectors from Freepik | 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197" y="847226"/>
            <a:ext cx="7048500" cy="499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0932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306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HTML Tag Syntax Checker Using Stack ADT CSA0301-Data Structures </vt:lpstr>
      <vt:lpstr>ABSTRACT </vt:lpstr>
      <vt:lpstr>INTRODUCTION </vt:lpstr>
      <vt:lpstr>PROBLEM STATEMENT</vt:lpstr>
      <vt:lpstr>PROPOSED SOLUTION</vt:lpstr>
      <vt:lpstr>RESULTS 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Microsoft account</dc:creator>
  <cp:lastModifiedBy>AGNES QUEEN</cp:lastModifiedBy>
  <cp:revision>6</cp:revision>
  <dcterms:created xsi:type="dcterms:W3CDTF">2025-07-10T02:53:33Z</dcterms:created>
  <dcterms:modified xsi:type="dcterms:W3CDTF">2026-07-28T10:55:08Z</dcterms:modified>
</cp:coreProperties>
</file>